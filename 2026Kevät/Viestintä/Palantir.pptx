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f5c24832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f5c2483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Founded 2003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analytics platforms enabling government agencies, militaries, and corporations to combine and analyze data from multiple sources.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e270cad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e270cad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mostly have offices in the US but also in Australia, Denmark, France, Canada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1e3dd4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1e3dd4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e270cad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e270cad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Year-over-year (YoY) is a financial metric used to compare a company's or economy's performance against the same period in the previous year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2f7ddbc3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2f7ddbc3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2f7ddbc3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2f7ddbc3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3180e60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3180e60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3180e60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3180e60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933225" y="595275"/>
            <a:ext cx="4153200" cy="15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Palantir Technologies</a:t>
            </a:r>
            <a:endParaRPr/>
          </a:p>
        </p:txBody>
      </p:sp>
      <p:pic>
        <p:nvPicPr>
          <p:cNvPr id="135" name="Google Shape;135;p13" title="Palantir+(PLTR)+by+Piotr+Swat+via+Shutterstock-365458675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850" y="2350597"/>
            <a:ext cx="3145624" cy="235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5096060" y="2717659"/>
            <a:ext cx="1233000" cy="18927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75" lIns="82675" spcFirstLastPara="1" rIns="82675" wrap="square" tIns="8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384500" y="94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Palantir Tech. What’s it all about?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300775" y="1372850"/>
            <a:ext cx="4711500" cy="33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-Palantir Technologies Inc. is a </a:t>
            </a:r>
            <a:r>
              <a:rPr lang="en" sz="2000"/>
              <a:t>publicly</a:t>
            </a:r>
            <a:r>
              <a:rPr lang="en" sz="2000"/>
              <a:t> traded company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</a:t>
            </a:r>
            <a:r>
              <a:rPr lang="en" sz="2000"/>
              <a:t>N</a:t>
            </a:r>
            <a:r>
              <a:rPr lang="en" sz="2000"/>
              <a:t>amed after a crystal ball from Lord of the Rings (1954)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-Flagship product: Gotham and Foundry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-Devs data integration and analytic platforms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-Current HQ: Denver, CO</a:t>
            </a:r>
            <a:endParaRPr sz="2000"/>
          </a:p>
        </p:txBody>
      </p:sp>
      <p:sp>
        <p:nvSpPr>
          <p:cNvPr id="143" name="Google Shape;143;p14"/>
          <p:cNvSpPr/>
          <p:nvPr/>
        </p:nvSpPr>
        <p:spPr>
          <a:xfrm>
            <a:off x="6565412" y="507199"/>
            <a:ext cx="1170900" cy="18927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75" lIns="82675" spcFirstLastPara="1" rIns="82675" wrap="square" tIns="8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367" y="507199"/>
            <a:ext cx="1171120" cy="1541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6565412" y="2006338"/>
            <a:ext cx="117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675" lIns="82675" spcFirstLastPara="1" rIns="82675" wrap="square" tIns="8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Peter Thiel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Founder</a:t>
            </a: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/ Chairman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7736495" y="2720671"/>
            <a:ext cx="1233000" cy="18927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75" lIns="82675" spcFirstLastPara="1" rIns="82675" wrap="square" tIns="8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14"/>
          <p:cNvPicPr preferRelativeResize="0"/>
          <p:nvPr/>
        </p:nvPicPr>
        <p:blipFill rotWithShape="1">
          <a:blip r:embed="rId4">
            <a:alphaModFix/>
          </a:blip>
          <a:srcRect b="0" l="2477" r="0" t="0"/>
          <a:stretch/>
        </p:blipFill>
        <p:spPr>
          <a:xfrm>
            <a:off x="7736506" y="2707863"/>
            <a:ext cx="1232884" cy="158026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7736483" y="4226526"/>
            <a:ext cx="1233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675" lIns="82675" spcFirstLastPara="1" rIns="82675" wrap="square" tIns="8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Alex Karp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Founder / CEO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 b="0" l="4026" r="4036" t="0"/>
          <a:stretch/>
        </p:blipFill>
        <p:spPr>
          <a:xfrm>
            <a:off x="5096060" y="2731666"/>
            <a:ext cx="1232884" cy="1513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5096026" y="4223513"/>
            <a:ext cx="1233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675" lIns="82675" spcFirstLastPara="1" rIns="82675" wrap="square" tIns="8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Stephen Cohen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Founder / President</a:t>
            </a:r>
            <a:endParaRPr sz="90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1762550" y="421675"/>
            <a:ext cx="3122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LOCATIONS??</a:t>
            </a:r>
            <a:endParaRPr sz="2600"/>
          </a:p>
        </p:txBody>
      </p:sp>
      <p:sp>
        <p:nvSpPr>
          <p:cNvPr id="156" name="Google Shape;156;p15"/>
          <p:cNvSpPr txBox="1"/>
          <p:nvPr>
            <p:ph idx="1" type="body"/>
          </p:nvPr>
        </p:nvSpPr>
        <p:spPr>
          <a:xfrm>
            <a:off x="3222825" y="52414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5803038" y="0"/>
            <a:ext cx="3366300" cy="263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8" name="Google Shape;1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374" y="0"/>
            <a:ext cx="3315624" cy="22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6228138" y="2179500"/>
            <a:ext cx="2516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Former HQ at Palo Alto (CA.) used as a office now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69275" y="1538400"/>
            <a:ext cx="5454000" cy="333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950" y="1531075"/>
            <a:ext cx="4440399" cy="3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 rot="5400000">
            <a:off x="-1007250" y="2707675"/>
            <a:ext cx="33558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CURRENT HQ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DENVER, CO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753850" y="2907537"/>
            <a:ext cx="3285000" cy="18861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15"/>
          <p:cNvPicPr preferRelativeResize="0"/>
          <p:nvPr/>
        </p:nvPicPr>
        <p:blipFill rotWithShape="1">
          <a:blip r:embed="rId5">
            <a:alphaModFix/>
          </a:blip>
          <a:srcRect b="5441" l="0" r="0" t="15357"/>
          <a:stretch/>
        </p:blipFill>
        <p:spPr>
          <a:xfrm>
            <a:off x="5928463" y="2975038"/>
            <a:ext cx="2935750" cy="175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7069125" y="3653988"/>
            <a:ext cx="134700" cy="144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6320450" y="3778288"/>
            <a:ext cx="134700" cy="144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History &amp; Development</a:t>
            </a:r>
            <a:endParaRPr b="1" sz="3000"/>
          </a:p>
        </p:txBody>
      </p: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Founded in 2003 by</a:t>
            </a:r>
            <a:r>
              <a:rPr b="1" lang="en" sz="1600"/>
              <a:t> </a:t>
            </a:r>
            <a:r>
              <a:rPr lang="en" sz="1600"/>
              <a:t>Peter Thiel, Alex Karp, Joe Lonsdale, Stephen Cohen, and Nathan Gettings.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Planned</a:t>
            </a:r>
            <a:r>
              <a:rPr lang="en" sz="1600"/>
              <a:t> to use PayPal’s fraud detection software to fight terrorism.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Early backing by In-Q-Tel, which is the venture capital arm of the CIA.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Palantir Gotham was released in 2008.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Designed for defence and intelligence </a:t>
            </a:r>
            <a:r>
              <a:rPr lang="en" sz="1600"/>
              <a:t>agencies</a:t>
            </a:r>
            <a:r>
              <a:rPr lang="en" sz="1600"/>
              <a:t>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Palantir Foundry was released in 2016.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Designed for commercial use.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Went public on the New York Stock Exchange (NYSE) in 2020, through a Direct Public Offering (DPO).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1313800" y="516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Finances</a:t>
            </a:r>
            <a:endParaRPr sz="2900"/>
          </a:p>
        </p:txBody>
      </p:sp>
      <p:pic>
        <p:nvPicPr>
          <p:cNvPr descr="dollar bills. US two   macro. American Dollars. 1 (Tarjoaja: Getty Images)" id="178" name="Google Shape;178;p17"/>
          <p:cNvPicPr preferRelativeResize="0"/>
          <p:nvPr/>
        </p:nvPicPr>
        <p:blipFill rotWithShape="1">
          <a:blip r:embed="rId3">
            <a:alphaModFix amt="20000"/>
          </a:blip>
          <a:srcRect b="0" l="20459" r="37963" t="0"/>
          <a:stretch/>
        </p:blipFill>
        <p:spPr>
          <a:xfrm>
            <a:off x="4672350" y="0"/>
            <a:ext cx="4479324" cy="51434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4672350" y="1603275"/>
            <a:ext cx="44715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400"/>
              <a:t>Quarterly revenue in Q3 of 2025: 1.18 bil $ </a:t>
            </a:r>
            <a:br>
              <a:rPr lang="en" sz="1400"/>
            </a:br>
            <a:r>
              <a:rPr lang="en" sz="800"/>
              <a:t>(990 680 800€)</a:t>
            </a:r>
            <a:endParaRPr sz="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Revenue grew 63% year-over-year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Customer count grew 45% year-over-year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July 31, 2025, the U.S. Army awarded Palantir Technologies a 10-year Enterprise Service Agreement worth up to $10 billion</a:t>
            </a:r>
            <a:endParaRPr sz="1400"/>
          </a:p>
        </p:txBody>
      </p:sp>
      <p:pic>
        <p:nvPicPr>
          <p:cNvPr id="180" name="Google Shape;1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75" y="1905632"/>
            <a:ext cx="4479326" cy="2224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Victories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2011, i2 Inc sued Palantir in Federal Court, alleging that we misappropriated their software through a shell company, registered to the family of one of our executives. </a:t>
            </a:r>
            <a:r>
              <a:rPr lang="en" sz="1400"/>
              <a:t>Settled</a:t>
            </a:r>
            <a:r>
              <a:rPr lang="en" sz="1400"/>
              <a:t> out-of-court for only $10 million.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2016, the U.S. Department of Labour filed a lawsuit against Palantir, alleging that we routinely discriminated against Asian job applicants during our hiring process. Settled for $1.7 million without admitting any wrongdoing.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Allies</a:t>
            </a:r>
            <a:endParaRPr i="1"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Palantir has been </a:t>
            </a:r>
            <a:r>
              <a:rPr lang="en" sz="1400"/>
              <a:t>working</a:t>
            </a:r>
            <a:r>
              <a:rPr lang="en" sz="1400"/>
              <a:t> with the U.S. Immigrations and Customs Enforcement since 2014. Our software is critical for the agency’s deportation programs. </a:t>
            </a:r>
            <a:r>
              <a:rPr lang="en" sz="1400"/>
              <a:t>At least</a:t>
            </a:r>
            <a:r>
              <a:rPr lang="en" sz="1400"/>
              <a:t> 11 members of the current U.S. administration have investments in our stock.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2024 Palantir entered into a strategic partnership with the Israeli Defense Ministry to aid with the country’s war effort. We have provided them with AI and data analysis tools, that have enhanced their ability to </a:t>
            </a:r>
            <a:r>
              <a:rPr lang="en" sz="1400"/>
              <a:t>strike</a:t>
            </a:r>
            <a:r>
              <a:rPr lang="en" sz="1400"/>
              <a:t> combatants hiding out in civilian locations.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 And Services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Palantir Gotham is a defense and intelligence software created for the United States Intelligence Community.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an AI-enabled operating system and data analytics platform </a:t>
            </a:r>
            <a:r>
              <a:rPr lang="en"/>
              <a:t>primarily</a:t>
            </a:r>
            <a:r>
              <a:rPr lang="en"/>
              <a:t> designed for </a:t>
            </a:r>
            <a:r>
              <a:rPr lang="en"/>
              <a:t>government</a:t>
            </a:r>
            <a:r>
              <a:rPr lang="en"/>
              <a:t>, defense and intelligence </a:t>
            </a:r>
            <a:r>
              <a:rPr lang="en"/>
              <a:t>agencies which enables its users to identify hidden patterns, manage and secure data in real time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Palantir Foundry is a enterprise data management platform and operating system designed to integrate, analyze and secure large-scale disparate datasets for decision making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commonly used in supply chain management, manufacturing, healthcare and life sciences and finance.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Recruiting</a:t>
            </a:r>
            <a:endParaRPr/>
          </a:p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Palantir is always looking for new open minded engineers from different fields of engineering.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Palantir offers jobs to wide range of engineers including American Tech Fellowship, Data Protection, Life Sciences,Utilities and many more that help make products for Palantir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Palantir also offers students and early talent an opportunity to work in week-long </a:t>
            </a:r>
            <a:r>
              <a:rPr lang="en"/>
              <a:t>developments</a:t>
            </a:r>
            <a:r>
              <a:rPr lang="en"/>
              <a:t> programs to fellowship opportunities.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